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69" r:id="rId2"/>
    <p:sldId id="273" r:id="rId3"/>
  </p:sldIdLst>
  <p:sldSz cx="12192000" cy="6858000"/>
  <p:notesSz cx="6735763" cy="986948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FAF"/>
    <a:srgbClr val="C49393"/>
    <a:srgbClr val="02707F"/>
    <a:srgbClr val="029EB4"/>
    <a:srgbClr val="515151"/>
    <a:srgbClr val="007B83"/>
    <a:srgbClr val="0197B0"/>
    <a:srgbClr val="00BDD3"/>
    <a:srgbClr val="767676"/>
    <a:srgbClr val="01BE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81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400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F3CC20D-C6E1-438E-9116-DC3CB29D43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6FD509-AFE9-4C5B-AA33-93983CBF0D8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FFAC4D-6838-4D2D-9B39-689F7F6B16CA}" type="datetimeFigureOut">
              <a:rPr lang="en-GB" smtClean="0"/>
              <a:t>23/09/2019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48D85A-54BA-4C60-8F04-A869037A8E4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4188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A75794-91A9-4D31-8AB5-77D0E70FB7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4763" y="9374188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904B7-9B96-4F4B-81AA-108C7CB422B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90398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EDA146-B404-4FEA-B51C-5C0CEC4A268B}" type="datetimeFigureOut">
              <a:rPr lang="en-GB" smtClean="0"/>
              <a:t>23/09/2019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1233488"/>
            <a:ext cx="5919787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100" y="4749800"/>
            <a:ext cx="5389563" cy="38862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4188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4763" y="9374188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12BF68-11D4-4787-BF70-B94B85975B7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07018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D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376015" y="2277687"/>
            <a:ext cx="11434273" cy="1154486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rgbClr val="0073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noProof="0"/>
              <a:t>Titelmasterformat durch Klicken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87138" y="193029"/>
            <a:ext cx="1012024" cy="1499746"/>
          </a:xfrm>
          <a:prstGeom prst="rect">
            <a:avLst/>
          </a:prstGeom>
        </p:spPr>
      </p:pic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376015" y="3857781"/>
            <a:ext cx="11434273" cy="838910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Formatvorlage des Untertitelmasters durch Klicken bearbeiten</a:t>
            </a:r>
          </a:p>
        </p:txBody>
      </p:sp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262D24C9-CA5C-47DB-B214-D4D9CE8750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87550" y="4875772"/>
            <a:ext cx="8216897" cy="1148627"/>
          </a:xfrm>
        </p:spPr>
        <p:txBody>
          <a:bodyPr>
            <a:noAutofit/>
          </a:bodyPr>
          <a:lstStyle>
            <a:lvl1pPr marL="0" indent="0" algn="ctr">
              <a:buNone/>
              <a:defRPr sz="1300">
                <a:solidFill>
                  <a:srgbClr val="3A39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noProof="0" smtClean="0"/>
              <a:t>Formatvorlagen des Textmasters bearbeiten</a:t>
            </a:r>
          </a:p>
        </p:txBody>
      </p:sp>
      <p:sp>
        <p:nvSpPr>
          <p:cNvPr id="6" name="Rechteck 9">
            <a:extLst>
              <a:ext uri="{FF2B5EF4-FFF2-40B4-BE49-F238E27FC236}">
                <a16:creationId xmlns:a16="http://schemas.microsoft.com/office/drawing/2014/main" id="{CE0A611C-7DA5-4BE8-97D1-3B2C28815DB3}"/>
              </a:ext>
            </a:extLst>
          </p:cNvPr>
          <p:cNvSpPr/>
          <p:nvPr userDrawn="1"/>
        </p:nvSpPr>
        <p:spPr>
          <a:xfrm>
            <a:off x="3707409" y="6343938"/>
            <a:ext cx="4771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alt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WHERE RESEARCH MEETS THE FUTURE</a:t>
            </a:r>
          </a:p>
        </p:txBody>
      </p:sp>
    </p:spTree>
    <p:extLst>
      <p:ext uri="{BB962C8B-B14F-4D97-AF65-F5344CB8AC3E}">
        <p14:creationId xmlns:p14="http://schemas.microsoft.com/office/powerpoint/2010/main" val="3395587805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slide D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31861" y="165595"/>
            <a:ext cx="11528277" cy="540987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3400" b="0">
                <a:solidFill>
                  <a:srgbClr val="0073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noProof="0" dirty="0" smtClean="0"/>
              <a:t>Title</a:t>
            </a:r>
            <a:endParaRPr lang="en-GB" noProof="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B4B6017-9168-4F95-820F-D0539E9893BE}"/>
              </a:ext>
            </a:extLst>
          </p:cNvPr>
          <p:cNvGrpSpPr/>
          <p:nvPr userDrawn="1"/>
        </p:nvGrpSpPr>
        <p:grpSpPr>
          <a:xfrm>
            <a:off x="185270" y="6549732"/>
            <a:ext cx="2317551" cy="246221"/>
            <a:chOff x="327855" y="6453560"/>
            <a:chExt cx="2317551" cy="246221"/>
          </a:xfrm>
        </p:grpSpPr>
        <p:pic>
          <p:nvPicPr>
            <p:cNvPr id="9" name="Grafik 8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27855" y="6453560"/>
              <a:ext cx="213378" cy="170703"/>
            </a:xfrm>
            <a:prstGeom prst="rect">
              <a:avLst/>
            </a:prstGeom>
          </p:spPr>
        </p:pic>
        <p:sp>
          <p:nvSpPr>
            <p:cNvPr id="10" name="Rechteck 9"/>
            <p:cNvSpPr/>
            <p:nvPr userDrawn="1"/>
          </p:nvSpPr>
          <p:spPr>
            <a:xfrm>
              <a:off x="434544" y="6453560"/>
              <a:ext cx="2210862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AT" alt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A6A6A6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MONTANUNIVERSITÄT LEOBEN 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C2B2216-CBE8-43DF-88B3-C259BD4C086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16897" y="6551699"/>
            <a:ext cx="1485070" cy="217736"/>
          </a:xfrm>
          <a:prstGeom prst="rect">
            <a:avLst/>
          </a:prstGeom>
        </p:spPr>
      </p:pic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4114C314-5924-4A4B-BEE3-AF48AA710F9A}"/>
              </a:ext>
            </a:extLst>
          </p:cNvPr>
          <p:cNvSpPr txBox="1">
            <a:spLocks/>
          </p:cNvSpPr>
          <p:nvPr userDrawn="1"/>
        </p:nvSpPr>
        <p:spPr>
          <a:xfrm>
            <a:off x="5837975" y="6503233"/>
            <a:ext cx="5306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EE0A9E5-4A3E-4C24-A7A9-E45F72E7CF40}" type="slidenum">
              <a:rPr lang="de-AT" sz="1100" smtClean="0"/>
              <a:pPr algn="ctr"/>
              <a:t>‹Nr.›</a:t>
            </a:fld>
            <a:endParaRPr lang="de-AT" sz="1100" dirty="0"/>
          </a:p>
        </p:txBody>
      </p:sp>
    </p:spTree>
    <p:extLst>
      <p:ext uri="{BB962C8B-B14F-4D97-AF65-F5344CB8AC3E}">
        <p14:creationId xmlns:p14="http://schemas.microsoft.com/office/powerpoint/2010/main" val="3358518298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4E863-628B-47C8-B772-A690213EAF93}" type="datetime1">
              <a:rPr lang="de-AT" smtClean="0"/>
              <a:t>23.09.2019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E0A9E5-4A3E-4C24-A7A9-E45F72E7CF4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62795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9B99CB-82FB-4797-B805-85D817E7D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015" y="2193797"/>
            <a:ext cx="11434273" cy="1154486"/>
          </a:xfrm>
        </p:spPr>
        <p:txBody>
          <a:bodyPr/>
          <a:lstStyle/>
          <a:p>
            <a:r>
              <a:rPr lang="en-GB" dirty="0"/>
              <a:t>Title of your presentation, which can be in one line </a:t>
            </a:r>
            <a:br>
              <a:rPr lang="en-GB" dirty="0"/>
            </a:br>
            <a:r>
              <a:rPr lang="en-GB" dirty="0"/>
              <a:t>or in two lines for longer titles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DFEA9D4-21DA-4DED-80D4-E28BD2E708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6015" y="3773891"/>
            <a:ext cx="11434273" cy="838910"/>
          </a:xfrm>
        </p:spPr>
        <p:txBody>
          <a:bodyPr/>
          <a:lstStyle/>
          <a:p>
            <a:r>
              <a:rPr lang="en-GB" dirty="0"/>
              <a:t>Author’s and co-author names, which can be in one line,</a:t>
            </a:r>
            <a:br>
              <a:rPr lang="en-GB" dirty="0"/>
            </a:br>
            <a:r>
              <a:rPr lang="en-GB" dirty="0"/>
              <a:t>two lines or even</a:t>
            </a:r>
            <a:br>
              <a:rPr lang="en-GB" dirty="0"/>
            </a:br>
            <a:r>
              <a:rPr lang="en-GB" dirty="0"/>
              <a:t>three lines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1184A6A-F776-4E74-835C-1322D4E5CC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87550" y="4791882"/>
            <a:ext cx="8216897" cy="1148627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en-GB" baseline="30000" dirty="0"/>
              <a:t>1</a:t>
            </a:r>
            <a:r>
              <a:rPr lang="en-GB" dirty="0"/>
              <a:t> First affiliation</a:t>
            </a:r>
          </a:p>
          <a:p>
            <a:pPr>
              <a:spcBef>
                <a:spcPts val="300"/>
              </a:spcBef>
            </a:pPr>
            <a:r>
              <a:rPr lang="en-GB" baseline="30000" dirty="0"/>
              <a:t>2</a:t>
            </a:r>
            <a:r>
              <a:rPr lang="en-GB" dirty="0"/>
              <a:t> Second affiliation</a:t>
            </a:r>
          </a:p>
          <a:p>
            <a:pPr>
              <a:spcBef>
                <a:spcPts val="300"/>
              </a:spcBef>
            </a:pPr>
            <a:r>
              <a:rPr lang="en-GB" baseline="30000" dirty="0"/>
              <a:t>3</a:t>
            </a:r>
            <a:r>
              <a:rPr lang="en-GB" dirty="0"/>
              <a:t> Third affiliation</a:t>
            </a:r>
          </a:p>
          <a:p>
            <a:pPr>
              <a:spcBef>
                <a:spcPts val="300"/>
              </a:spcBef>
            </a:pPr>
            <a:r>
              <a:rPr lang="en-GB" baseline="30000" dirty="0"/>
              <a:t>4</a:t>
            </a:r>
            <a:r>
              <a:rPr lang="en-GB" dirty="0"/>
              <a:t> Fourth affiliation</a:t>
            </a:r>
          </a:p>
        </p:txBody>
      </p:sp>
    </p:spTree>
    <p:extLst>
      <p:ext uri="{BB962C8B-B14F-4D97-AF65-F5344CB8AC3E}">
        <p14:creationId xmlns:p14="http://schemas.microsoft.com/office/powerpoint/2010/main" val="4217153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260DD74-9537-42DF-8518-373AD88C2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0701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MUL Farben">
      <a:dk1>
        <a:sysClr val="windowText" lastClr="000000"/>
      </a:dk1>
      <a:lt1>
        <a:sysClr val="window" lastClr="FFFFFF"/>
      </a:lt1>
      <a:dk2>
        <a:srgbClr val="006E6E"/>
      </a:dk2>
      <a:lt2>
        <a:srgbClr val="F8F8F8"/>
      </a:lt2>
      <a:accent1>
        <a:srgbClr val="006E6E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DMS presentation</Template>
  <TotalTime>0</TotalTime>
  <Words>35</Words>
  <Application>Microsoft Office PowerPoint</Application>
  <PresentationFormat>Breitbild</PresentationFormat>
  <Paragraphs>6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</vt:lpstr>
      <vt:lpstr>Title of your presentation, which can be in one line  or in two lines for longer titles</vt:lpstr>
      <vt:lpstr>PowerPoint-Präsentation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your presentation, which can be in one line  or in two lines for longer titles</dc:title>
  <dc:creator>Christina Hofer</dc:creator>
  <cp:lastModifiedBy>Christina Hofer</cp:lastModifiedBy>
  <cp:revision>2</cp:revision>
  <cp:lastPrinted>2019-03-12T07:42:25Z</cp:lastPrinted>
  <dcterms:created xsi:type="dcterms:W3CDTF">2019-04-15T11:06:02Z</dcterms:created>
  <dcterms:modified xsi:type="dcterms:W3CDTF">2019-09-23T11:17:59Z</dcterms:modified>
</cp:coreProperties>
</file>