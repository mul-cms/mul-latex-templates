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30279975" cy="42808525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5613" indent="1588" algn="l" rtl="0" fontAlgn="base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2813" indent="1588" algn="l" rtl="0" fontAlgn="base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0013" indent="1588" algn="l" rtl="0" fontAlgn="base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7213" indent="1588" algn="l" rtl="0" fontAlgn="base">
      <a:spcBef>
        <a:spcPct val="0"/>
      </a:spcBef>
      <a:spcAft>
        <a:spcPct val="0"/>
      </a:spcAft>
      <a:defRPr sz="3600" b="1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3600" b="1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3600" b="1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3600" b="1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3600" b="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962">
          <p15:clr>
            <a:srgbClr val="A4A3A4"/>
          </p15:clr>
        </p15:guide>
        <p15:guide id="2" pos="156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BDB"/>
    <a:srgbClr val="C6DCDC"/>
    <a:srgbClr val="ACCDCD"/>
    <a:srgbClr val="006E6E"/>
    <a:srgbClr val="80B7B7"/>
    <a:srgbClr val="81B8B8"/>
    <a:srgbClr val="75B1B1"/>
    <a:srgbClr val="05707F"/>
    <a:srgbClr val="FA5649"/>
    <a:srgbClr val="008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Keine Formatvorlage, kein Gitternetz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3" autoAdjust="0"/>
    <p:restoredTop sz="99184" autoAdjust="0"/>
  </p:normalViewPr>
  <p:slideViewPr>
    <p:cSldViewPr>
      <p:cViewPr varScale="1">
        <p:scale>
          <a:sx n="13" d="100"/>
          <a:sy n="13" d="100"/>
        </p:scale>
        <p:origin x="2146" y="197"/>
      </p:cViewPr>
      <p:guideLst>
        <p:guide orient="horz" pos="23962"/>
        <p:guide pos="156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1"/>
            <a:ext cx="2945862" cy="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29" tIns="45616" rIns="91229" bIns="45616" numCol="1" anchor="t" anchorCtr="0" compatLnSpc="1">
            <a:prstTxWarp prst="textNoShape">
              <a:avLst/>
            </a:prstTxWarp>
          </a:bodyPr>
          <a:lstStyle>
            <a:lvl1pPr defTabSz="921333">
              <a:defRPr sz="1200" b="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8773" y="11"/>
            <a:ext cx="2947383" cy="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29" tIns="45616" rIns="91229" bIns="45616" numCol="1" anchor="t" anchorCtr="0" compatLnSpc="1">
            <a:prstTxWarp prst="textNoShape">
              <a:avLst/>
            </a:prstTxWarp>
          </a:bodyPr>
          <a:lstStyle>
            <a:lvl1pPr algn="r" defTabSz="921333">
              <a:defRPr sz="1200" b="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27766"/>
            <a:ext cx="2945862" cy="497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29" tIns="45616" rIns="91229" bIns="45616" numCol="1" anchor="b" anchorCtr="0" compatLnSpc="1">
            <a:prstTxWarp prst="textNoShape">
              <a:avLst/>
            </a:prstTxWarp>
          </a:bodyPr>
          <a:lstStyle>
            <a:lvl1pPr defTabSz="921333">
              <a:defRPr sz="1200" b="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8773" y="9427766"/>
            <a:ext cx="2947383" cy="497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29" tIns="45616" rIns="91229" bIns="45616" numCol="1" anchor="b" anchorCtr="0" compatLnSpc="1">
            <a:prstTxWarp prst="textNoShape">
              <a:avLst/>
            </a:prstTxWarp>
          </a:bodyPr>
          <a:lstStyle>
            <a:lvl1pPr algn="r" defTabSz="921333">
              <a:defRPr sz="1200" b="0" smtClean="0"/>
            </a:lvl1pPr>
          </a:lstStyle>
          <a:p>
            <a:pPr>
              <a:defRPr/>
            </a:pPr>
            <a:fld id="{9EDE81AD-B21A-4C05-9FF1-A63A45B99B92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851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1"/>
            <a:ext cx="2945862" cy="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29" tIns="45616" rIns="91229" bIns="45616" numCol="1" anchor="t" anchorCtr="0" compatLnSpc="1">
            <a:prstTxWarp prst="textNoShape">
              <a:avLst/>
            </a:prstTxWarp>
          </a:bodyPr>
          <a:lstStyle>
            <a:lvl1pPr defTabSz="921333">
              <a:defRPr sz="1200" b="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773" y="11"/>
            <a:ext cx="2947383" cy="497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29" tIns="45616" rIns="91229" bIns="45616" numCol="1" anchor="t" anchorCtr="0" compatLnSpc="1">
            <a:prstTxWarp prst="textNoShape">
              <a:avLst/>
            </a:prstTxWarp>
          </a:bodyPr>
          <a:lstStyle>
            <a:lvl1pPr algn="r" defTabSz="921333">
              <a:defRPr sz="1200" b="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82800" y="746125"/>
            <a:ext cx="2632075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64" y="4714653"/>
            <a:ext cx="5438748" cy="4466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29" tIns="45616" rIns="91229" bIns="456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Textmasterformate durch Klicken bearbeiten</a:t>
            </a:r>
          </a:p>
          <a:p>
            <a:pPr lvl="1"/>
            <a:r>
              <a:rPr lang="en-GB" noProof="0" smtClean="0"/>
              <a:t>Zweite Ebene</a:t>
            </a:r>
          </a:p>
          <a:p>
            <a:pPr lvl="2"/>
            <a:r>
              <a:rPr lang="en-GB" noProof="0" smtClean="0"/>
              <a:t>Dritte Ebene</a:t>
            </a:r>
          </a:p>
          <a:p>
            <a:pPr lvl="3"/>
            <a:r>
              <a:rPr lang="en-GB" noProof="0" smtClean="0"/>
              <a:t>Vierte Ebene</a:t>
            </a:r>
          </a:p>
          <a:p>
            <a:pPr lvl="4"/>
            <a:r>
              <a:rPr lang="en-GB" noProof="0" smtClean="0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27766"/>
            <a:ext cx="2945862" cy="497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29" tIns="45616" rIns="91229" bIns="45616" numCol="1" anchor="b" anchorCtr="0" compatLnSpc="1">
            <a:prstTxWarp prst="textNoShape">
              <a:avLst/>
            </a:prstTxWarp>
          </a:bodyPr>
          <a:lstStyle>
            <a:lvl1pPr defTabSz="921333">
              <a:defRPr sz="1200" b="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773" y="9427766"/>
            <a:ext cx="2947383" cy="497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229" tIns="45616" rIns="91229" bIns="45616" numCol="1" anchor="b" anchorCtr="0" compatLnSpc="1">
            <a:prstTxWarp prst="textNoShape">
              <a:avLst/>
            </a:prstTxWarp>
          </a:bodyPr>
          <a:lstStyle>
            <a:lvl1pPr algn="r" defTabSz="921333">
              <a:defRPr sz="1200" b="0" smtClean="0"/>
            </a:lvl1pPr>
          </a:lstStyle>
          <a:p>
            <a:pPr>
              <a:defRPr/>
            </a:pPr>
            <a:fld id="{9629DD19-885B-434C-8A56-153CBFC1561A}" type="slidenum">
              <a:rPr lang="en-GB"/>
              <a:pPr>
                <a:defRPr/>
              </a:pPr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8469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861" algn="l" defTabSz="91434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34" algn="l" defTabSz="91434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06" algn="l" defTabSz="91434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78" algn="l" defTabSz="91434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_Vor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262D24C9-CA5C-47DB-B214-D4D9CE8750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77350" y="3330254"/>
            <a:ext cx="11525273" cy="503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300">
                <a:solidFill>
                  <a:srgbClr val="3A39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noProof="0" dirty="0" smtClean="0"/>
              <a:t>Formatvorlagen des Textmasters bearbeiten</a:t>
            </a:r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7795170" y="2394982"/>
            <a:ext cx="14689632" cy="8389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Formatvorlage des Untertitelmasters durch Klicken bearbeiten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474691" y="467689"/>
            <a:ext cx="23402600" cy="1830931"/>
          </a:xfrm>
          <a:prstGeom prst="rect">
            <a:avLst/>
          </a:prstGeom>
        </p:spPr>
        <p:txBody>
          <a:bodyPr/>
          <a:lstStyle>
            <a:lvl1pPr algn="ctr" defTabSz="4175125" rtl="0" eaLnBrk="0" fontAlgn="base" hangingPunct="0">
              <a:spcBef>
                <a:spcPct val="0"/>
              </a:spcBef>
              <a:spcAft>
                <a:spcPct val="0"/>
              </a:spcAft>
              <a:defRPr lang="en-US" sz="6600" b="0" kern="0" dirty="0">
                <a:solidFill>
                  <a:srgbClr val="00737E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0262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826" y="450318"/>
            <a:ext cx="2915147" cy="4320000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3C2B2216-CBE8-43DF-88B3-C259BD4C086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357611" y="3978610"/>
            <a:ext cx="5400000" cy="791708"/>
          </a:xfrm>
          <a:prstGeom prst="rect">
            <a:avLst/>
          </a:prstGeom>
        </p:spPr>
      </p:pic>
      <p:sp>
        <p:nvSpPr>
          <p:cNvPr id="11" name="Rechteck 9">
            <a:extLst>
              <a:ext uri="{FF2B5EF4-FFF2-40B4-BE49-F238E27FC236}">
                <a16:creationId xmlns:a16="http://schemas.microsoft.com/office/drawing/2014/main" id="{CE0A611C-7DA5-4BE8-97D1-3B2C28815DB3}"/>
              </a:ext>
            </a:extLst>
          </p:cNvPr>
          <p:cNvSpPr/>
          <p:nvPr userDrawn="1"/>
        </p:nvSpPr>
        <p:spPr>
          <a:xfrm>
            <a:off x="8947299" y="41494494"/>
            <a:ext cx="1241410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altLang="de-DE" sz="4800" b="0" i="0" u="none" strike="noStrike" kern="120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WHERE RESEARCH MEETS THE FUTURE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iming>
    <p:tnLst>
      <p:par>
        <p:cTn id="1" dur="indefinite" restart="never" nodeType="tmRoot"/>
      </p:par>
    </p:tnLst>
  </p:timing>
  <p:hf hdr="0"/>
  <p:txStyles>
    <p:titleStyle>
      <a:lvl1pPr algn="ctr" defTabSz="417512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17512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2pPr>
      <a:lvl3pPr algn="ctr" defTabSz="417512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3pPr>
      <a:lvl4pPr algn="ctr" defTabSz="417512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4pPr>
      <a:lvl5pPr algn="ctr" defTabSz="4175125" rtl="0" eaLnBrk="0" fontAlgn="base" hangingPunct="0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5pPr>
      <a:lvl6pPr marL="457172" algn="ctr" defTabSz="4176459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6pPr>
      <a:lvl7pPr marL="914345" algn="ctr" defTabSz="4176459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7pPr>
      <a:lvl8pPr marL="1371517" algn="ctr" defTabSz="4176459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8pPr>
      <a:lvl9pPr marL="1828689" algn="ctr" defTabSz="4176459" rtl="0" fontAlgn="base">
        <a:spcBef>
          <a:spcPct val="0"/>
        </a:spcBef>
        <a:spcAft>
          <a:spcPct val="0"/>
        </a:spcAft>
        <a:defRPr sz="20100">
          <a:solidFill>
            <a:schemeClr val="tx2"/>
          </a:solidFill>
          <a:latin typeface="Arial" charset="0"/>
        </a:defRPr>
      </a:lvl9pPr>
    </p:titleStyle>
    <p:bodyStyle>
      <a:lvl1pPr marL="1565275" indent="-1565275" algn="l" defTabSz="4175125" rtl="0" eaLnBrk="0" fontAlgn="base" hangingPunct="0">
        <a:spcBef>
          <a:spcPct val="20000"/>
        </a:spcBef>
        <a:spcAft>
          <a:spcPct val="0"/>
        </a:spcAft>
        <a:buChar char="•"/>
        <a:defRPr sz="14600">
          <a:solidFill>
            <a:schemeClr val="tx1"/>
          </a:solidFill>
          <a:latin typeface="+mn-lt"/>
          <a:ea typeface="+mn-ea"/>
          <a:cs typeface="+mn-cs"/>
        </a:defRPr>
      </a:lvl1pPr>
      <a:lvl2pPr marL="3392488" indent="-1304925" algn="l" defTabSz="4175125" rtl="0" eaLnBrk="0" fontAlgn="base" hangingPunct="0">
        <a:spcBef>
          <a:spcPct val="20000"/>
        </a:spcBef>
        <a:spcAft>
          <a:spcPct val="0"/>
        </a:spcAft>
        <a:buChar char="–"/>
        <a:defRPr sz="12800">
          <a:solidFill>
            <a:schemeClr val="tx1"/>
          </a:solidFill>
          <a:latin typeface="+mn-lt"/>
        </a:defRPr>
      </a:lvl2pPr>
      <a:lvl3pPr marL="5219700" indent="-1042988" algn="l" defTabSz="4175125" rtl="0" eaLnBrk="0" fontAlgn="base" hangingPunct="0">
        <a:spcBef>
          <a:spcPct val="20000"/>
        </a:spcBef>
        <a:spcAft>
          <a:spcPct val="0"/>
        </a:spcAft>
        <a:buChar char="•"/>
        <a:defRPr sz="11000">
          <a:solidFill>
            <a:schemeClr val="tx1"/>
          </a:solidFill>
          <a:latin typeface="+mn-lt"/>
        </a:defRPr>
      </a:lvl3pPr>
      <a:lvl4pPr marL="7307263" indent="-1042988" algn="l" defTabSz="4175125" rtl="0" eaLnBrk="0" fontAlgn="base" hangingPunct="0">
        <a:spcBef>
          <a:spcPct val="20000"/>
        </a:spcBef>
        <a:spcAft>
          <a:spcPct val="0"/>
        </a:spcAft>
        <a:buChar char="–"/>
        <a:defRPr sz="9100">
          <a:solidFill>
            <a:schemeClr val="tx1"/>
          </a:solidFill>
          <a:latin typeface="+mn-lt"/>
        </a:defRPr>
      </a:lvl4pPr>
      <a:lvl5pPr marL="9394825" indent="-1041400" algn="l" defTabSz="4175125" rtl="0" eaLnBrk="0" fontAlgn="base" hangingPunct="0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5pPr>
      <a:lvl6pPr marL="9853016" indent="-1042925" algn="l" defTabSz="4176459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6pPr>
      <a:lvl7pPr marL="10310188" indent="-1042925" algn="l" defTabSz="4176459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7pPr>
      <a:lvl8pPr marL="10767360" indent="-1042925" algn="l" defTabSz="4176459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8pPr>
      <a:lvl9pPr marL="11224532" indent="-1042925" algn="l" defTabSz="4176459" rtl="0" fontAlgn="base">
        <a:spcBef>
          <a:spcPct val="20000"/>
        </a:spcBef>
        <a:spcAft>
          <a:spcPct val="0"/>
        </a:spcAft>
        <a:buChar char="»"/>
        <a:defRPr sz="91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2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5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7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9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1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34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06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78" algn="l" defTabSz="9143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122763" y="2873854"/>
            <a:ext cx="20980256" cy="744432"/>
          </a:xfrm>
        </p:spPr>
        <p:txBody>
          <a:bodyPr>
            <a:noAutofit/>
          </a:bodyPr>
          <a:lstStyle/>
          <a:p>
            <a:r>
              <a:rPr lang="de-AT" sz="3600" dirty="0" smtClean="0"/>
              <a:t>Supervisors:</a:t>
            </a:r>
            <a:endParaRPr lang="en-US" sz="3600" baseline="30000" dirty="0"/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4128373" y="521942"/>
            <a:ext cx="22034449" cy="2064710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 defTabSz="4175125" rtl="0" eaLnBrk="0" fontAlgn="base" hangingPunct="0">
              <a:spcBef>
                <a:spcPct val="0"/>
              </a:spcBef>
              <a:spcAft>
                <a:spcPct val="0"/>
              </a:spcAft>
              <a:defRPr lang="en-US" sz="3200" b="0" kern="0">
                <a:solidFill>
                  <a:srgbClr val="00737E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ctr" defTabSz="4175125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</a:defRPr>
            </a:lvl2pPr>
            <a:lvl3pPr algn="ctr" defTabSz="4175125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</a:defRPr>
            </a:lvl3pPr>
            <a:lvl4pPr algn="ctr" defTabSz="4175125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</a:defRPr>
            </a:lvl4pPr>
            <a:lvl5pPr algn="ctr" defTabSz="4175125" rtl="0" eaLnBrk="0" fontAlgn="base" hangingPunct="0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</a:defRPr>
            </a:lvl5pPr>
            <a:lvl6pPr marL="457172" algn="ctr" defTabSz="4176459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</a:defRPr>
            </a:lvl6pPr>
            <a:lvl7pPr marL="914345" algn="ctr" defTabSz="4176459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</a:defRPr>
            </a:lvl7pPr>
            <a:lvl8pPr marL="1371517" algn="ctr" defTabSz="4176459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</a:defRPr>
            </a:lvl8pPr>
            <a:lvl9pPr marL="1828689" algn="ctr" defTabSz="4176459" rtl="0" fontAlgn="base">
              <a:spcBef>
                <a:spcPct val="0"/>
              </a:spcBef>
              <a:spcAft>
                <a:spcPct val="0"/>
              </a:spcAft>
              <a:defRPr sz="201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7000" dirty="0" err="1" smtClean="0"/>
              <a:t>Titel</a:t>
            </a:r>
            <a:endParaRPr lang="de-AT" sz="7000" dirty="0"/>
          </a:p>
        </p:txBody>
      </p:sp>
      <p:graphicFrame>
        <p:nvGraphicFramePr>
          <p:cNvPr id="27" name="Tabel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579430"/>
              </p:ext>
            </p:extLst>
          </p:nvPr>
        </p:nvGraphicFramePr>
        <p:xfrm>
          <a:off x="594371" y="17776565"/>
          <a:ext cx="14429382" cy="235366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28792">
                  <a:extLst>
                    <a:ext uri="{9D8B030D-6E8A-4147-A177-3AD203B41FA5}">
                      <a16:colId xmlns:a16="http://schemas.microsoft.com/office/drawing/2014/main" val="1011424849"/>
                    </a:ext>
                  </a:extLst>
                </a:gridCol>
                <a:gridCol w="7300590">
                  <a:extLst>
                    <a:ext uri="{9D8B030D-6E8A-4147-A177-3AD203B41FA5}">
                      <a16:colId xmlns:a16="http://schemas.microsoft.com/office/drawing/2014/main" val="2212336323"/>
                    </a:ext>
                  </a:extLst>
                </a:gridCol>
              </a:tblGrid>
              <a:tr h="890103">
                <a:tc gridSpan="2">
                  <a:txBody>
                    <a:bodyPr/>
                    <a:lstStyle/>
                    <a:p>
                      <a:pPr marL="0" indent="1074738" algn="ctr" defTabSz="914345" rtl="0" eaLnBrk="1" latinLnBrk="0" hangingPunct="1"/>
                      <a:r>
                        <a:rPr lang="de-DE" sz="5000" b="1" u="sng" kern="120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Results</a:t>
                      </a:r>
                      <a:endParaRPr lang="de-DE" sz="5000" b="1" u="sng" kern="12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 flip="none" rotWithShape="1">
                      <a:gsLst>
                        <a:gs pos="0">
                          <a:srgbClr val="006E6E">
                            <a:alpha val="49000"/>
                          </a:srgbClr>
                        </a:gs>
                        <a:gs pos="36000">
                          <a:srgbClr val="80B7B7"/>
                        </a:gs>
                        <a:gs pos="100000">
                          <a:schemeClr val="bg1">
                            <a:lumMod val="75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23929"/>
                  </a:ext>
                </a:extLst>
              </a:tr>
              <a:tr h="3344042">
                <a:tc gridSpan="2">
                  <a:txBody>
                    <a:bodyPr/>
                    <a:lstStyle/>
                    <a:p>
                      <a:pPr marL="0" indent="0" algn="l" defTabSz="914345" rtl="0" eaLnBrk="1" latinLnBrk="0" hangingPunct="1">
                        <a:buFont typeface="Arial" panose="020B0604020202020204" pitchFamily="34" charset="0"/>
                        <a:buNone/>
                        <a:tabLst>
                          <a:tab pos="6996113" algn="l"/>
                        </a:tabLst>
                      </a:pPr>
                      <a:r>
                        <a:rPr lang="en-US" sz="3200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32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16000" marR="216000" marT="137160" marB="13716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345147"/>
                  </a:ext>
                </a:extLst>
              </a:tr>
              <a:tr h="7250048">
                <a:tc gridSpan="2">
                  <a:txBody>
                    <a:bodyPr/>
                    <a:lstStyle/>
                    <a:p>
                      <a:pPr marL="0" indent="0" algn="just">
                        <a:tabLst>
                          <a:tab pos="6996113" algn="l"/>
                        </a:tabLst>
                      </a:pP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16000" marR="216000" marT="137160" marB="13716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A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090696"/>
                  </a:ext>
                </a:extLst>
              </a:tr>
              <a:tr h="12052430">
                <a:tc>
                  <a:txBody>
                    <a:bodyPr/>
                    <a:lstStyle/>
                    <a:p>
                      <a:pPr marL="0" indent="0" algn="just">
                        <a:tabLst>
                          <a:tab pos="6996113" algn="l"/>
                        </a:tabLst>
                      </a:pP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16000" marR="216000" marT="137160" marB="13716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tabLst>
                          <a:tab pos="6996113" algn="l"/>
                        </a:tabLst>
                      </a:pP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16000" marR="21600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9298613"/>
                  </a:ext>
                </a:extLst>
              </a:tr>
            </a:tbl>
          </a:graphicData>
        </a:graphic>
      </p:graphicFrame>
      <p:graphicFrame>
        <p:nvGraphicFramePr>
          <p:cNvPr id="107" name="Tabelle 1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654665"/>
              </p:ext>
            </p:extLst>
          </p:nvPr>
        </p:nvGraphicFramePr>
        <p:xfrm>
          <a:off x="49569" y="5028968"/>
          <a:ext cx="5179308" cy="624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79308">
                  <a:extLst>
                    <a:ext uri="{9D8B030D-6E8A-4147-A177-3AD203B41FA5}">
                      <a16:colId xmlns:a16="http://schemas.microsoft.com/office/drawing/2014/main" val="1661099215"/>
                    </a:ext>
                  </a:extLst>
                </a:gridCol>
              </a:tblGrid>
              <a:tr h="800899">
                <a:tc>
                  <a:txBody>
                    <a:bodyPr/>
                    <a:lstStyle/>
                    <a:p>
                      <a:pPr marL="0" indent="1074738"/>
                      <a:endParaRPr lang="en-US" sz="5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643735"/>
                  </a:ext>
                </a:extLst>
              </a:tr>
              <a:tr h="520483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Dissertation/</a:t>
                      </a:r>
                      <a:r>
                        <a:rPr lang="en-US" sz="32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Masterarbeit</a:t>
                      </a:r>
                      <a:endParaRPr lang="en-US" sz="32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3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069021"/>
                  </a:ext>
                </a:extLst>
              </a:tr>
            </a:tbl>
          </a:graphicData>
        </a:graphic>
      </p:graphicFrame>
      <p:graphicFrame>
        <p:nvGraphicFramePr>
          <p:cNvPr id="108" name="Tabelle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998628"/>
              </p:ext>
            </p:extLst>
          </p:nvPr>
        </p:nvGraphicFramePr>
        <p:xfrm>
          <a:off x="594371" y="11323141"/>
          <a:ext cx="29094859" cy="63118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94859">
                  <a:extLst>
                    <a:ext uri="{9D8B030D-6E8A-4147-A177-3AD203B41FA5}">
                      <a16:colId xmlns:a16="http://schemas.microsoft.com/office/drawing/2014/main" val="1661099215"/>
                    </a:ext>
                  </a:extLst>
                </a:gridCol>
              </a:tblGrid>
              <a:tr h="1011441">
                <a:tc>
                  <a:txBody>
                    <a:bodyPr/>
                    <a:lstStyle/>
                    <a:p>
                      <a:pPr marL="0" indent="1074738" algn="ctr"/>
                      <a:r>
                        <a:rPr lang="en-US" sz="5000" b="1" u="sng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Experimental procedure</a:t>
                      </a:r>
                      <a:endParaRPr lang="en-US" sz="5000" b="1" u="sng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 flip="none" rotWithShape="1">
                      <a:gsLst>
                        <a:gs pos="36000">
                          <a:srgbClr val="80B7B7"/>
                        </a:gs>
                        <a:gs pos="0">
                          <a:srgbClr val="006E6E">
                            <a:alpha val="49000"/>
                          </a:srgbClr>
                        </a:gs>
                        <a:gs pos="100000">
                          <a:schemeClr val="bg1">
                            <a:lumMod val="75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33643735"/>
                  </a:ext>
                </a:extLst>
              </a:tr>
              <a:tr h="5300451">
                <a:tc>
                  <a:txBody>
                    <a:bodyPr/>
                    <a:lstStyle/>
                    <a:p>
                      <a:pPr marL="0" indent="0" algn="l" defTabSz="914345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3200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32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16000" marR="216000" marT="137160" marB="13716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069021"/>
                  </a:ext>
                </a:extLst>
              </a:tr>
            </a:tbl>
          </a:graphicData>
        </a:graphic>
      </p:graphicFrame>
      <p:graphicFrame>
        <p:nvGraphicFramePr>
          <p:cNvPr id="28" name="Tabel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366492"/>
              </p:ext>
            </p:extLst>
          </p:nvPr>
        </p:nvGraphicFramePr>
        <p:xfrm>
          <a:off x="15241492" y="36799058"/>
          <a:ext cx="14447738" cy="45141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47738">
                  <a:extLst>
                    <a:ext uri="{9D8B030D-6E8A-4147-A177-3AD203B41FA5}">
                      <a16:colId xmlns:a16="http://schemas.microsoft.com/office/drawing/2014/main" val="1689554311"/>
                    </a:ext>
                  </a:extLst>
                </a:gridCol>
              </a:tblGrid>
              <a:tr h="858134">
                <a:tc>
                  <a:txBody>
                    <a:bodyPr/>
                    <a:lstStyle/>
                    <a:p>
                      <a:pPr marL="1074738" indent="0" algn="ctr" defTabSz="914345" rtl="0" eaLnBrk="1" latinLnBrk="0" hangingPunct="1"/>
                      <a:r>
                        <a:rPr lang="de-DE" sz="5000" b="1" u="sng" kern="120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Conclusions</a:t>
                      </a:r>
                      <a:endParaRPr lang="en-US" sz="5000" b="1" u="sng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006E6E">
                            <a:alpha val="49000"/>
                          </a:srgbClr>
                        </a:gs>
                        <a:gs pos="36000">
                          <a:srgbClr val="81B8B8"/>
                        </a:gs>
                        <a:gs pos="100000">
                          <a:srgbClr val="C6DCDC"/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9343898"/>
                  </a:ext>
                </a:extLst>
              </a:tr>
              <a:tr h="3655997">
                <a:tc>
                  <a:txBody>
                    <a:bodyPr/>
                    <a:lstStyle/>
                    <a:p>
                      <a:pPr marL="0" indent="0" algn="just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3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</a:t>
                      </a:r>
                      <a:endParaRPr lang="de-DE" sz="3200" i="0" baseline="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16000" marR="216000" marT="137160" marB="13716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3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096395"/>
                  </a:ext>
                </a:extLst>
              </a:tr>
            </a:tbl>
          </a:graphicData>
        </a:graphic>
      </p:graphicFrame>
      <p:graphicFrame>
        <p:nvGraphicFramePr>
          <p:cNvPr id="819" name="Tabelle 8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528806"/>
              </p:ext>
            </p:extLst>
          </p:nvPr>
        </p:nvGraphicFramePr>
        <p:xfrm>
          <a:off x="15237865" y="17776566"/>
          <a:ext cx="14447738" cy="18889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47738">
                  <a:extLst>
                    <a:ext uri="{9D8B030D-6E8A-4147-A177-3AD203B41FA5}">
                      <a16:colId xmlns:a16="http://schemas.microsoft.com/office/drawing/2014/main" val="1011424849"/>
                    </a:ext>
                  </a:extLst>
                </a:gridCol>
              </a:tblGrid>
              <a:tr h="853200">
                <a:tc>
                  <a:txBody>
                    <a:bodyPr/>
                    <a:lstStyle/>
                    <a:p>
                      <a:pPr marL="1074738" indent="0" algn="ctr"/>
                      <a:r>
                        <a:rPr lang="de-DE" sz="5000" b="1" u="sng" kern="120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Results</a:t>
                      </a:r>
                      <a:endParaRPr lang="de-DE" sz="5000" b="1" u="sng" kern="12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 flip="none" rotWithShape="1">
                      <a:gsLst>
                        <a:gs pos="0">
                          <a:srgbClr val="006E6E">
                            <a:alpha val="49000"/>
                          </a:srgbClr>
                        </a:gs>
                        <a:gs pos="36000">
                          <a:srgbClr val="80B7B7"/>
                        </a:gs>
                        <a:gs pos="100000">
                          <a:schemeClr val="bg1">
                            <a:lumMod val="75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4723929"/>
                  </a:ext>
                </a:extLst>
              </a:tr>
              <a:tr h="18036000">
                <a:tc>
                  <a:txBody>
                    <a:bodyPr/>
                    <a:lstStyle/>
                    <a:p>
                      <a:pPr marL="0" indent="0" algn="l" defTabSz="914345" rtl="0" eaLnBrk="1" latinLnBrk="0" hangingPunct="1">
                        <a:buFont typeface="Arial" panose="020B0604020202020204" pitchFamily="34" charset="0"/>
                        <a:buNone/>
                        <a:tabLst>
                          <a:tab pos="6996113" algn="l"/>
                        </a:tabLst>
                      </a:pPr>
                      <a:r>
                        <a:rPr lang="en-US" sz="3200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32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16000" marR="216000" marT="137160" marB="13716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45147"/>
                  </a:ext>
                </a:extLst>
              </a:tr>
            </a:tbl>
          </a:graphicData>
        </a:graphic>
      </p:graphicFrame>
      <p:sp>
        <p:nvSpPr>
          <p:cNvPr id="15" name="Untertitel 2"/>
          <p:cNvSpPr txBox="1">
            <a:spLocks/>
          </p:cNvSpPr>
          <p:nvPr/>
        </p:nvSpPr>
        <p:spPr>
          <a:xfrm>
            <a:off x="4122763" y="3618286"/>
            <a:ext cx="20980256" cy="13665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4175125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4175125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2pPr>
            <a:lvl3pPr marL="914400" indent="0" algn="ctr" defTabSz="4175125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+mn-lt"/>
              </a:defRPr>
            </a:lvl3pPr>
            <a:lvl4pPr marL="1371600" indent="0" algn="ctr" defTabSz="4175125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+mn-lt"/>
              </a:defRPr>
            </a:lvl4pPr>
            <a:lvl5pPr marL="1828800" indent="0" algn="ctr" defTabSz="4175125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+mn-lt"/>
              </a:defRPr>
            </a:lvl5pPr>
            <a:lvl6pPr marL="2286000" indent="0" algn="ctr" defTabSz="4176459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+mn-lt"/>
              </a:defRPr>
            </a:lvl6pPr>
            <a:lvl7pPr marL="2743200" indent="0" algn="ctr" defTabSz="4176459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+mn-lt"/>
              </a:defRPr>
            </a:lvl7pPr>
            <a:lvl8pPr marL="3200400" indent="0" algn="ctr" defTabSz="4176459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+mn-lt"/>
              </a:defRPr>
            </a:lvl8pPr>
            <a:lvl9pPr marL="3657600" indent="0" algn="ctr" defTabSz="4176459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AT" sz="2800" b="0" kern="0" baseline="30000" dirty="0" smtClean="0"/>
              <a:t>1</a:t>
            </a:r>
            <a:r>
              <a:rPr lang="de-AT" sz="2800" b="0" kern="0" dirty="0" smtClean="0"/>
              <a:t> Department of Materials Science, Montanuniversität Leoben, Franz-Josef-Straße 18, 8700 Leoben, Austria.</a:t>
            </a:r>
            <a:endParaRPr lang="de-AT" sz="2800" b="0" kern="0" baseline="30000" dirty="0" smtClean="0"/>
          </a:p>
          <a:p>
            <a:r>
              <a:rPr lang="de-AT" sz="2800" b="0" kern="0" baseline="30000" dirty="0" smtClean="0"/>
              <a:t>2</a:t>
            </a:r>
            <a:r>
              <a:rPr lang="de-AT" sz="2800" b="0" kern="0" dirty="0" smtClean="0"/>
              <a:t> </a:t>
            </a:r>
            <a:r>
              <a:rPr lang="de-AT" sz="2800" b="0" kern="0" dirty="0" err="1" smtClean="0"/>
              <a:t>Affilitation</a:t>
            </a:r>
            <a:endParaRPr lang="en-US" sz="2800" b="0" kern="0" baseline="30000" dirty="0"/>
          </a:p>
        </p:txBody>
      </p:sp>
      <p:cxnSp>
        <p:nvCxnSpPr>
          <p:cNvPr id="7" name="Gerader Verbinder 6"/>
          <p:cNvCxnSpPr/>
          <p:nvPr/>
        </p:nvCxnSpPr>
        <p:spPr bwMode="auto">
          <a:xfrm flipV="1">
            <a:off x="32205883" y="1962102"/>
            <a:ext cx="0" cy="397719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Gerader Verbinder 15"/>
          <p:cNvCxnSpPr/>
          <p:nvPr/>
        </p:nvCxnSpPr>
        <p:spPr bwMode="auto">
          <a:xfrm flipV="1">
            <a:off x="-3366069" y="2586652"/>
            <a:ext cx="0" cy="397719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Rechteck 10"/>
          <p:cNvSpPr/>
          <p:nvPr/>
        </p:nvSpPr>
        <p:spPr bwMode="auto">
          <a:xfrm>
            <a:off x="1004540" y="5033693"/>
            <a:ext cx="3240000" cy="4680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lstStyle/>
          <a:p>
            <a:pPr algn="just">
              <a:lnSpc>
                <a:spcPct val="110000"/>
              </a:lnSpc>
            </a:pPr>
            <a:endParaRPr lang="de-AT" sz="5400" u="sng">
              <a:latin typeface="Arial Black" pitchFamily="34" charset="0"/>
            </a:endParaRPr>
          </a:p>
        </p:txBody>
      </p:sp>
      <p:graphicFrame>
        <p:nvGraphicFramePr>
          <p:cNvPr id="39" name="Tabel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028678"/>
              </p:ext>
            </p:extLst>
          </p:nvPr>
        </p:nvGraphicFramePr>
        <p:xfrm>
          <a:off x="4986860" y="5073121"/>
          <a:ext cx="24698744" cy="61169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98744">
                  <a:extLst>
                    <a:ext uri="{9D8B030D-6E8A-4147-A177-3AD203B41FA5}">
                      <a16:colId xmlns:a16="http://schemas.microsoft.com/office/drawing/2014/main" val="1661099215"/>
                    </a:ext>
                  </a:extLst>
                </a:gridCol>
              </a:tblGrid>
              <a:tr h="980206">
                <a:tc>
                  <a:txBody>
                    <a:bodyPr/>
                    <a:lstStyle/>
                    <a:p>
                      <a:pPr marL="0" indent="1074738" algn="ctr"/>
                      <a:r>
                        <a:rPr lang="en-US" sz="5000" b="1" u="sng" kern="12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Motivation</a:t>
                      </a:r>
                      <a:endParaRPr lang="en-US" sz="5000" b="1" u="sng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 flip="none" rotWithShape="1">
                      <a:gsLst>
                        <a:gs pos="36000">
                          <a:srgbClr val="80B7B7"/>
                        </a:gs>
                        <a:gs pos="0">
                          <a:srgbClr val="006E6E">
                            <a:alpha val="49000"/>
                          </a:srgbClr>
                        </a:gs>
                        <a:gs pos="100000">
                          <a:schemeClr val="bg1">
                            <a:lumMod val="75000"/>
                            <a:tint val="23500"/>
                            <a:satMod val="16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233643735"/>
                  </a:ext>
                </a:extLst>
              </a:tr>
              <a:tr h="5136761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3200" kern="12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Text</a:t>
                      </a:r>
                      <a:endParaRPr lang="en-US" sz="3200" kern="12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16000" marR="216000" marT="137160" marB="13716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069021"/>
                  </a:ext>
                </a:extLst>
              </a:tr>
            </a:tbl>
          </a:graphicData>
        </a:graphic>
      </p:graphicFrame>
      <p:sp>
        <p:nvSpPr>
          <p:cNvPr id="5" name="Textfeld 4"/>
          <p:cNvSpPr txBox="1"/>
          <p:nvPr/>
        </p:nvSpPr>
        <p:spPr bwMode="auto">
          <a:xfrm>
            <a:off x="1515858" y="7189027"/>
            <a:ext cx="22108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de-DE" sz="1800" b="0" i="1" dirty="0" smtClean="0"/>
              <a:t>Hier Foto einfügen </a:t>
            </a:r>
            <a:r>
              <a:rPr lang="en-GB" sz="1800" b="0" i="1" dirty="0" smtClean="0"/>
              <a:t> </a:t>
            </a:r>
            <a:endParaRPr lang="de-DE" sz="1800" b="0" i="1" dirty="0" smtClean="0"/>
          </a:p>
        </p:txBody>
      </p:sp>
    </p:spTree>
    <p:extLst>
      <p:ext uri="{BB962C8B-B14F-4D97-AF65-F5344CB8AC3E}">
        <p14:creationId xmlns:p14="http://schemas.microsoft.com/office/powerpoint/2010/main" val="295817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UL">
      <a:majorFont>
        <a:latin typeface="Tahoma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57150">
          <a:solidFill>
            <a:schemeClr val="accent2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 wrap="square">
        <a:spAutoFit/>
      </a:bodyPr>
      <a:lstStyle>
        <a:defPPr algn="just">
          <a:lnSpc>
            <a:spcPct val="110000"/>
          </a:lnSpc>
          <a:defRPr sz="5400" u="sng">
            <a:latin typeface="Arial Black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176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square">
        <a:spAutoFit/>
      </a:bodyPr>
      <a:lstStyle>
        <a:defPPr algn="just" eaLnBrk="1" hangingPunct="1">
          <a:spcBef>
            <a:spcPct val="50000"/>
          </a:spcBef>
          <a:defRPr sz="2800" b="0" dirty="0" smtClean="0"/>
        </a:defPPr>
      </a:lstStyle>
    </a:tx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</Words>
  <Application>Microsoft Office PowerPoint</Application>
  <PresentationFormat>Benutzerdefiniert</PresentationFormat>
  <Paragraphs>32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Arial Black</vt:lpstr>
      <vt:lpstr>1_Standarddesign</vt:lpstr>
      <vt:lpstr>PowerPoint-Präsentation</vt:lpstr>
    </vt:vector>
  </TitlesOfParts>
  <Company>IMW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Johann Kappacher</dc:creator>
  <cp:lastModifiedBy>Christina Hofer</cp:lastModifiedBy>
  <cp:revision>1362</cp:revision>
  <cp:lastPrinted>2020-02-27T08:51:18Z</cp:lastPrinted>
  <dcterms:created xsi:type="dcterms:W3CDTF">2006-09-05T07:57:39Z</dcterms:created>
  <dcterms:modified xsi:type="dcterms:W3CDTF">2020-02-27T08:55:42Z</dcterms:modified>
</cp:coreProperties>
</file>